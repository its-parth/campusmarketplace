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979F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645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 CampusMart AI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Campus Marketplace for Student Buy &amp; Sell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34747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Secure, Verified Peer-to-Peer Trading Platform with Integrated AI Suite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Stack: React.js | TypeScript | Tailwind CSS | Node.js | Express | MySQL 8.0 | Socket.IO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&amp; SOLUTION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493776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4630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The Campus Problem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2103120"/>
            <a:ext cx="4389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High Semester Costs: 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spend hundreds annually on textbooks, lab gear, calculators, and dorm fridges.
</a:t>
            </a:r>
            <a:pPr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Commercial Platform Risks: 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sites like eBay or Facebook Marketplace expose students to external scammers.
</a:t>
            </a:r>
            <a:pPr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Friction &amp; Fees: 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Expensive shipping fees and middleman transaction cuts make local student trades inefficient.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35040" y="1188720"/>
            <a:ext cx="493776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09360" y="14630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The CampusMart Solution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309360" y="2103120"/>
            <a:ext cx="4389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Verified Student Network: 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Restricted exclusively to university students via campus email and student ID verification.
</a:t>
            </a:r>
            <a:pPr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Zero Platform Fees: 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Direct, safe campus quad meetups eliminate shipping costs and marketplace commissions.
</a:t>
            </a:r>
            <a:pPr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Integrated AI Suite: 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price suggestions and listing copywriting help items sell 3x faster.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SYSTEM ARCHITECTURE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49377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188720"/>
            <a:ext cx="4937760" cy="365760"/>
          </a:xfrm>
          <a:prstGeom prst="rect">
            <a:avLst/>
          </a:prstGeom>
          <a:solidFill>
            <a:srgbClr val="0979F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234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Layer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645920"/>
            <a:ext cx="4389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React 18 SPA &amp; TypeScript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Tailwind CSS Responsive Design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Redux Toolkit State Management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Lucide Icons &amp; UI Components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0" y="1188720"/>
            <a:ext cx="49377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0" y="1188720"/>
            <a:ext cx="4937760" cy="365760"/>
          </a:xfrm>
          <a:prstGeom prst="rect">
            <a:avLst/>
          </a:prstGeom>
          <a:solidFill>
            <a:srgbClr val="0A336F"/>
          </a:solidFill>
          <a:ln/>
        </p:spPr>
      </p:sp>
      <p:sp>
        <p:nvSpPr>
          <p:cNvPr id="9" name="Text 7"/>
          <p:cNvSpPr/>
          <p:nvPr/>
        </p:nvSpPr>
        <p:spPr>
          <a:xfrm>
            <a:off x="6126480" y="1234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API Layer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17920" y="1645920"/>
            <a:ext cx="4389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Node.js &amp; Express.js REST API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JWT Auth &amp; Role Middlewares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Multer Multipart Image Uploads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Centralized Error Handling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657600"/>
            <a:ext cx="49377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3657600"/>
            <a:ext cx="4937760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703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&amp; AI Layer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4114800"/>
            <a:ext cx="4389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Socket.IO WebSocket Engine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Google Gemini AI Integration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Built-in AI Algorithmic Fallback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Smart Query Extraction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3657600"/>
            <a:ext cx="49377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0" y="3657600"/>
            <a:ext cx="493776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3703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Layer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17920" y="4114800"/>
            <a:ext cx="4389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MySQL 8.0 Relational DB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Pooled Connections (mysql2)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12 Normalized Relational Tables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Full-Text Search Indexes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RELATIONAL DATABASE SCHEMA (MYSQL 8.0)</a:t>
            </a:r>
            <a:endParaRPr lang="en-US" sz="2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102412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286000"/>
                <a:gridCol w="5943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Table Name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Primary Key &amp; FKs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Purpose &amp; Functionality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 (PK)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Student profiles, bcrypt password hashes, verification badges, ratings.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categories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 (PK)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 Campus categories (Textbooks, Electronics, Dorm, Apparel, etc.).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 (PK), seller_id (FK)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Listings with price, original price, condition, status, campus location.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product_images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 (PK), product_id (FK)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Multi-image gallery per listing.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conversations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 (PK), product_id, buyer_id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buyer-seller communication channels.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messages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 (PK), conversation_id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Individual chat logs with unread indicators.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transactions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 (PK), product_id, buyer_id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Order workflow (PENDING -&gt; ACCEPTED -&gt; COMPLETED / CANCELLED).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reviews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 (PK), transaction_id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1-5 star ratings and seller feedback comments.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reports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 (PK), reporter_id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Flagged listing and fraud moderation queue.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AI SUITE (/services/ai/)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10241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280160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979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AI Copywriter &amp; Description Generator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60020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Analyzes item draft title, condition, and user bullet points to auto-generate a polished title and structured, high-converting listing description.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2377440"/>
            <a:ext cx="10241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468880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979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AI Price Estimator &amp; Guidance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78892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Evaluates item category, condition, and active campus market sales to calculate optimal Fast Sale (Min), Recommended, and Max Value prices.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3566160"/>
            <a:ext cx="10241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657600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979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Personalized Recommendation Engine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397764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Scores product categories based on user view history, wishlist items, and campus trends to dynamically rank the home feed.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4754880"/>
            <a:ext cx="10241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846320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979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Smart Natural Search Extractor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516636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Parses natural query bounds (e.g. "calculator under ₹500", "like new desk") to automatically apply price and condition filters.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CHAT &amp; TRANSACTION WORKFLOW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242316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54480" y="1828800"/>
            <a:ext cx="731520" cy="731520"/>
          </a:xfrm>
          <a:prstGeom prst="ellipse">
            <a:avLst/>
          </a:prstGeom>
          <a:solidFill>
            <a:srgbClr val="0979F6"/>
          </a:solidFill>
          <a:ln/>
        </p:spPr>
      </p:sp>
      <p:sp>
        <p:nvSpPr>
          <p:cNvPr id="5" name="Text 3"/>
          <p:cNvSpPr/>
          <p:nvPr/>
        </p:nvSpPr>
        <p:spPr>
          <a:xfrm>
            <a:off x="1554480" y="1828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8346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 Sent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3291840"/>
            <a:ext cx="2148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 submits buy request or offer with proposed campus meetup location.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1463040"/>
            <a:ext cx="242316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60520" y="1828800"/>
            <a:ext cx="731520" cy="731520"/>
          </a:xfrm>
          <a:prstGeom prst="ellipse">
            <a:avLst/>
          </a:prstGeom>
          <a:solidFill>
            <a:srgbClr val="0979F6"/>
          </a:solidFill>
          <a:ln/>
        </p:spPr>
      </p:sp>
      <p:sp>
        <p:nvSpPr>
          <p:cNvPr id="10" name="Text 8"/>
          <p:cNvSpPr/>
          <p:nvPr/>
        </p:nvSpPr>
        <p:spPr>
          <a:xfrm>
            <a:off x="4160520" y="1828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429000" y="28346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 Accepts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74720" y="3291840"/>
            <a:ext cx="2148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 accepts offer; listing status automatically updates to RESERVED.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0" y="1463040"/>
            <a:ext cx="242316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66560" y="1828800"/>
            <a:ext cx="731520" cy="731520"/>
          </a:xfrm>
          <a:prstGeom prst="ellipse">
            <a:avLst/>
          </a:prstGeom>
          <a:solidFill>
            <a:srgbClr val="0979F6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0" y="1828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035040" y="28346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Chat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80760" y="3291840"/>
            <a:ext cx="2148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Socket.IO instant messaging coordinates quad or library meetup time.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549640" y="1463040"/>
            <a:ext cx="242316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372600" y="1828800"/>
            <a:ext cx="731520" cy="731520"/>
          </a:xfrm>
          <a:prstGeom prst="ellipse">
            <a:avLst/>
          </a:prstGeom>
          <a:solidFill>
            <a:srgbClr val="0979F6"/>
          </a:solidFill>
          <a:ln/>
        </p:spPr>
      </p:sp>
      <p:sp>
        <p:nvSpPr>
          <p:cNvPr id="20" name="Text 18"/>
          <p:cNvSpPr/>
          <p:nvPr/>
        </p:nvSpPr>
        <p:spPr>
          <a:xfrm>
            <a:off x="9372600" y="1828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641080" y="28346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 Completed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686800" y="3291840"/>
            <a:ext cx="2148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 handed over on campus; status updates to SOLD &amp; buyer submits review.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CONSOLE &amp; FRAUD MODERATION (/admin)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102412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463040"/>
            <a:ext cx="950976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Platform Overview Analytics KPIs:
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aggregation of total registered users, verified student count, active listings for sale, completed transaction volume (₹), and pending moderation reports.
</a:t>
            </a:r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🪪 Student ID Verification Pipeline:
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Admins review uploaded student ID cards and campus credentials, granting official verified student badges.
</a:t>
            </a:r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User Moderation &amp; Suspension:
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account suspension for users engaging in policy violations or suspicious behavior.
</a:t>
            </a:r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🚩 Flagged Item Reports Queue:
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Investigate student-submitted reports for inaccurate descriptions, fake items, or spam listings with resolve/dismiss actions.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CODE DELIVERABLES &amp; MODULES CREATED</a:t>
            </a:r>
            <a:endParaRPr lang="en-US" sz="2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102412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286000"/>
                <a:gridCol w="5943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Module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File Location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Description of Work Done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Backend Core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src/app.js, server.js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Express app setup with Helmet security, CORS, static uploads, and Socket.IO listener.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Database Layer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src/database/schema.sql, seed.js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 Relational tables creation &amp; automated bcrypt seeding script.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Middleware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src/middleware/*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JWT protection, role authorization (STUDENT/ADMIN), file upload (Multer), and error handler.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Services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src/services/ai/*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Description Generator, Price Estimator, Recommendation Engine, Smart Search Extractor.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 Controllers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src/controllers/*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 Controllers handling Auth, Products, Categories, Chat, Transactions, Reviews, Reports, Admin.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Frontend Store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src/store/*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Redux Toolkit global state store (authSlice, productSlice).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UI System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src/components/*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Navbar, Footer, ProductCard, ProductGrid, FilterPanel, SearchBar, AIDescriptionModal, AIPriceModal.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Application Pages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src/pages/*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 React Pages including Marketplace, Chat, Seller Dashboard, Purchases, Profile, Admin Console.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EMPIRICAL TESTING &amp; VERIFICATION RESULTS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102412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05840" y="1463040"/>
          <a:ext cx="96926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5669280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Metric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Execution Result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 Health Check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GET /api/health returned healthy status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PASSED 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Student Authentication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JWT token generation &amp; bcrypt password comparison verified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PASSED 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Admin Authentication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Admin role verification &amp; access control verified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PASSED 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 Query Engine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Full-text keyword search &amp; multi-parameter filter pagination verified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PASSED 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Price Estimator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Market pricing calculation engine verified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PASSED 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Copywriting Assistant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Listing title &amp; description generation verified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PASSED 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Admin Dashboard API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 stats aggregation &amp; user list verified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PASSED 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Frontend Production Build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TypeScript compilation &amp; Vite bundle output (dist/ in 28.45s)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PASSED 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CREDENTIALS &amp; CONCLUSION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Test Credentials for Presentation Demo: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2412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1645920"/>
                <a:gridCol w="4480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79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Campus Email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79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Password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79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Demo Functionality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79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Campus Admin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admin@campus.edu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Admin@123456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Platform stats, user suspension, verification approvals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Student Seller 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alex.chen@student.edu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Student@123456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Listing products, AI copy assistant, seller sales tracking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Student Seller 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sarah.jenkins@student.edu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Student@123456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Electronics &amp; dorm furniture listings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Student Buyer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marcus.v@student.edu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Student@123456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Browsing, Socket.IO real-time chat, making offers, writing reviews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512064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🎉 Thank You! CampusMart is 100% Complete &amp; Ready for Guide Evaluation.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CampusMart Team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Campus Marketplace Presentation</dc:title>
  <dc:subject>PptxGenJS Presentation</dc:subject>
  <dc:creator>PptxGenJS</dc:creator>
  <cp:lastModifiedBy>PptxGenJS</cp:lastModifiedBy>
  <cp:revision>1</cp:revision>
  <dcterms:created xsi:type="dcterms:W3CDTF">2026-10-09T08:52:44Z</dcterms:created>
  <dcterms:modified xsi:type="dcterms:W3CDTF">2026-10-09T08:52:44Z</dcterms:modified>
</cp:coreProperties>
</file>